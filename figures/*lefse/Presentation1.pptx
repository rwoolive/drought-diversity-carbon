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12801600" cy="17008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53" d="100"/>
          <a:sy n="53" d="100"/>
        </p:scale>
        <p:origin x="20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783564"/>
            <a:ext cx="10881360" cy="5921469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8933388"/>
            <a:ext cx="9601200" cy="4106443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6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2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4240312"/>
            <a:ext cx="11041380" cy="707505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11382297"/>
            <a:ext cx="11041380" cy="3720603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4527719"/>
            <a:ext cx="5440680" cy="10791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4527719"/>
            <a:ext cx="5440680" cy="107917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9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905548"/>
            <a:ext cx="11041380" cy="3287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4169440"/>
            <a:ext cx="5415676" cy="2043378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6212818"/>
            <a:ext cx="5415676" cy="91381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4169440"/>
            <a:ext cx="5442347" cy="2043378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6212818"/>
            <a:ext cx="5442347" cy="91381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2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0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3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133898"/>
            <a:ext cx="4128849" cy="3968644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2448909"/>
            <a:ext cx="6480810" cy="12087041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102543"/>
            <a:ext cx="4128849" cy="9453091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1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133898"/>
            <a:ext cx="4128849" cy="3968644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2448909"/>
            <a:ext cx="6480810" cy="12087041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102543"/>
            <a:ext cx="4128849" cy="9453091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6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0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905544"/>
            <a:ext cx="2760345" cy="144138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905544"/>
            <a:ext cx="8121015" cy="144138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2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905548"/>
            <a:ext cx="11041380" cy="3287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4527719"/>
            <a:ext cx="11041380" cy="1079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5764340"/>
            <a:ext cx="2880360" cy="905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87025-240F-A847-AD4E-AE3B4E1167C7}" type="datetimeFigureOut">
              <a:rPr lang="en-US" smtClean="0"/>
              <a:t>12/2/24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5764340"/>
            <a:ext cx="4320540" cy="905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5764340"/>
            <a:ext cx="2880360" cy="905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D10FB-3876-C74D-A5FC-B46BC11E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6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E4AE223-28E9-0B90-A7EB-CEDF3C06307B}"/>
              </a:ext>
            </a:extLst>
          </p:cNvPr>
          <p:cNvGrpSpPr/>
          <p:nvPr/>
        </p:nvGrpSpPr>
        <p:grpSpPr>
          <a:xfrm>
            <a:off x="0" y="157702"/>
            <a:ext cx="12801600" cy="16877914"/>
            <a:chOff x="0" y="167161"/>
            <a:chExt cx="5261123" cy="7144385"/>
          </a:xfrm>
        </p:grpSpPr>
        <p:pic>
          <p:nvPicPr>
            <p:cNvPr id="4" name="Picture 3" descr="A close-up of a chart&#10;&#10;Description automatically generated">
              <a:extLst>
                <a:ext uri="{FF2B5EF4-FFF2-40B4-BE49-F238E27FC236}">
                  <a16:creationId xmlns:a16="http://schemas.microsoft.com/office/drawing/2014/main" id="{2CF4DF82-FD4B-823A-4372-7721C857E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7161"/>
              <a:ext cx="1784985" cy="7140575"/>
            </a:xfrm>
            <a:prstGeom prst="rect">
              <a:avLst/>
            </a:prstGeom>
          </p:spPr>
        </p:pic>
        <p:pic>
          <p:nvPicPr>
            <p:cNvPr id="5" name="Picture 4" descr="A colorful striped pattern&#10;&#10;Description automatically generated with medium confidence">
              <a:extLst>
                <a:ext uri="{FF2B5EF4-FFF2-40B4-BE49-F238E27FC236}">
                  <a16:creationId xmlns:a16="http://schemas.microsoft.com/office/drawing/2014/main" id="{741E6036-03A9-B7EC-3B76-6EBC4A87C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4985" y="293496"/>
              <a:ext cx="880745" cy="6788748"/>
            </a:xfrm>
            <a:prstGeom prst="rect">
              <a:avLst/>
            </a:prstGeom>
          </p:spPr>
        </p:pic>
        <p:pic>
          <p:nvPicPr>
            <p:cNvPr id="6" name="Picture 5" descr="A chart with different colored squares&#10;&#10;Description automatically generated with medium confidence">
              <a:extLst>
                <a:ext uri="{FF2B5EF4-FFF2-40B4-BE49-F238E27FC236}">
                  <a16:creationId xmlns:a16="http://schemas.microsoft.com/office/drawing/2014/main" id="{FF7645F7-D529-6014-347F-C5338CA1E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7160" y="167161"/>
              <a:ext cx="1785620" cy="714438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97411B8-8DB8-96F4-1E06-E627AFC1E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2780" y="293496"/>
              <a:ext cx="704850" cy="6788748"/>
            </a:xfrm>
            <a:prstGeom prst="rect">
              <a:avLst/>
            </a:prstGeom>
          </p:spPr>
        </p:pic>
        <p:pic>
          <p:nvPicPr>
            <p:cNvPr id="8" name="Picture 7" descr="A colorful striped pattern&#10;&#10;Description automatically generated with medium confidence">
              <a:extLst>
                <a:ext uri="{FF2B5EF4-FFF2-40B4-BE49-F238E27FC236}">
                  <a16:creationId xmlns:a16="http://schemas.microsoft.com/office/drawing/2014/main" id="{88EE3B92-01D2-2979-3F44-2788A67A4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0514"/>
            <a:stretch/>
          </p:blipFill>
          <p:spPr>
            <a:xfrm>
              <a:off x="1796415" y="225502"/>
              <a:ext cx="880745" cy="643937"/>
            </a:xfrm>
            <a:prstGeom prst="rect">
              <a:avLst/>
            </a:prstGeom>
          </p:spPr>
        </p:pic>
        <p:pic>
          <p:nvPicPr>
            <p:cNvPr id="9" name="Picture 8" descr="A colorful striped pattern&#10;&#10;Description automatically generated with medium confidence">
              <a:extLst>
                <a:ext uri="{FF2B5EF4-FFF2-40B4-BE49-F238E27FC236}">
                  <a16:creationId xmlns:a16="http://schemas.microsoft.com/office/drawing/2014/main" id="{DC6F0FBD-D57F-7AED-6CF6-1C78066AF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45" t="1" b="90514"/>
            <a:stretch/>
          </p:blipFill>
          <p:spPr>
            <a:xfrm>
              <a:off x="4475013" y="225502"/>
              <a:ext cx="786110" cy="643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828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Wooliver, Rachel</dc:creator>
  <cp:lastModifiedBy>Wooliver, Rachel</cp:lastModifiedBy>
  <cp:revision>2</cp:revision>
  <dcterms:created xsi:type="dcterms:W3CDTF">2024-12-02T16:36:31Z</dcterms:created>
  <dcterms:modified xsi:type="dcterms:W3CDTF">2024-12-02T16:45:05Z</dcterms:modified>
</cp:coreProperties>
</file>